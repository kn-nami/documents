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1F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>
        <p:scale>
          <a:sx n="125" d="100"/>
          <a:sy n="125" d="100"/>
        </p:scale>
        <p:origin x="690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C92A357-A00B-671A-ACB5-9849BF02E4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2500" y="2977038"/>
            <a:ext cx="10287000" cy="903923"/>
          </a:xfrm>
        </p:spPr>
        <p:txBody>
          <a:bodyPr anchor="b"/>
          <a:lstStyle>
            <a:lvl1pPr algn="ctr">
              <a:defRPr sz="6000">
                <a:solidFill>
                  <a:srgbClr val="081F3E"/>
                </a:solidFill>
              </a:defRPr>
            </a:lvl1pPr>
          </a:lstStyle>
          <a:p>
            <a:r>
              <a:rPr lang="pl-PL" dirty="0"/>
              <a:t>Tytuł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874CDAD-C2DE-C25D-8949-721F018A98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1980" y="5991225"/>
            <a:ext cx="379476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81F3E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 dirty="0" err="1"/>
              <a:t>Imie</a:t>
            </a:r>
            <a:r>
              <a:rPr lang="pl-PL" dirty="0"/>
              <a:t> i nazwisko</a:t>
            </a:r>
          </a:p>
        </p:txBody>
      </p:sp>
    </p:spTree>
    <p:extLst>
      <p:ext uri="{BB962C8B-B14F-4D97-AF65-F5344CB8AC3E}">
        <p14:creationId xmlns:p14="http://schemas.microsoft.com/office/powerpoint/2010/main" val="1655353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22FFC0F-3F33-B709-2BB3-912B8F095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053" y="1835526"/>
            <a:ext cx="631563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9061958-D8A2-7378-C34F-4CC2F46C8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53649-E40E-4313-B1F4-6EFEC4D75A1C}" type="datetimeFigureOut">
              <a:rPr lang="pl-PL" smtClean="0"/>
              <a:t>15.11.2025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B75CC14-31C1-B6E4-57E0-132328FB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0B1F163-7688-C45F-87B4-F1EB3BA83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32C1-12B8-442F-A6DE-20ED8AA5BFFC}" type="slidenum">
              <a:rPr lang="pl-PL" smtClean="0"/>
              <a:t>‹#›</a:t>
            </a:fld>
            <a:endParaRPr lang="pl-PL"/>
          </a:p>
        </p:txBody>
      </p:sp>
      <p:sp>
        <p:nvSpPr>
          <p:cNvPr id="8" name="Symbol zastępczy zawartości 2">
            <a:extLst>
              <a:ext uri="{FF2B5EF4-FFF2-40B4-BE49-F238E27FC236}">
                <a16:creationId xmlns:a16="http://schemas.microsoft.com/office/drawing/2014/main" id="{3F27D1EF-8119-317E-4771-6B45D1193B8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939913" y="1835526"/>
            <a:ext cx="5075034" cy="435133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pl-PL" dirty="0"/>
              <a:t>Grafika – edytuj wedle wizji</a:t>
            </a:r>
          </a:p>
        </p:txBody>
      </p:sp>
      <p:sp>
        <p:nvSpPr>
          <p:cNvPr id="13" name="Symbol zastępczy tytułu 1">
            <a:extLst>
              <a:ext uri="{FF2B5EF4-FFF2-40B4-BE49-F238E27FC236}">
                <a16:creationId xmlns:a16="http://schemas.microsoft.com/office/drawing/2014/main" id="{C857FBED-C533-57DC-507D-F056AC27FF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7053" y="136525"/>
            <a:ext cx="1183789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pl-PL" dirty="0"/>
              <a:t>TYTUL SEKCJI – PIN POINT</a:t>
            </a:r>
          </a:p>
        </p:txBody>
      </p:sp>
    </p:spTree>
    <p:extLst>
      <p:ext uri="{BB962C8B-B14F-4D97-AF65-F5344CB8AC3E}">
        <p14:creationId xmlns:p14="http://schemas.microsoft.com/office/powerpoint/2010/main" val="2080547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0B863E0-4513-03C1-75F7-BED7BBA3F2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 dirty="0"/>
              <a:t>Nagłówek sekcji 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7E60645-F735-DB39-C68A-6D819FD23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2AE1589-DC17-A6F8-AFBC-04E65B5FE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53649-E40E-4313-B1F4-6EFEC4D75A1C}" type="datetimeFigureOut">
              <a:rPr lang="pl-PL" smtClean="0"/>
              <a:t>15.11.2025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F5FDCAB-4A7D-557E-DB7C-AC3A76767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7FCFD84-A357-1559-C9EF-A7BB5D2E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32C1-12B8-442F-A6DE-20ED8AA5BFF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94182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706BC6A-3A80-5EBF-72A0-6C78175D8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53649-E40E-4313-B1F4-6EFEC4D75A1C}" type="datetimeFigureOut">
              <a:rPr lang="pl-PL" smtClean="0"/>
              <a:t>15.11.2025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7571842-D1D9-9FF0-B08B-F1477BC95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2B7AACC-985D-0705-700A-C00D761ED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32C1-12B8-442F-A6DE-20ED8AA5BFFC}" type="slidenum">
              <a:rPr lang="pl-PL" smtClean="0"/>
              <a:t>‹#›</a:t>
            </a:fld>
            <a:endParaRPr lang="pl-PL"/>
          </a:p>
        </p:txBody>
      </p:sp>
      <p:sp>
        <p:nvSpPr>
          <p:cNvPr id="10" name="Symbol zastępczy tytułu 1">
            <a:extLst>
              <a:ext uri="{FF2B5EF4-FFF2-40B4-BE49-F238E27FC236}">
                <a16:creationId xmlns:a16="http://schemas.microsoft.com/office/drawing/2014/main" id="{27BEE551-17FC-C55A-1050-D1E0C0AF1B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7053" y="136525"/>
            <a:ext cx="1183789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pl-PL" dirty="0"/>
              <a:t>TYTUL SEKCJI – COMPARE</a:t>
            </a:r>
          </a:p>
        </p:txBody>
      </p:sp>
      <p:sp>
        <p:nvSpPr>
          <p:cNvPr id="12" name="Symbol zastępczy zawartości 2">
            <a:extLst>
              <a:ext uri="{FF2B5EF4-FFF2-40B4-BE49-F238E27FC236}">
                <a16:creationId xmlns:a16="http://schemas.microsoft.com/office/drawing/2014/main" id="{BB9841AD-94DF-BBB2-89F2-969AFCF64CB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77054" y="1852706"/>
            <a:ext cx="5664138" cy="43341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13" name="Symbol zastępczy zawartości 2">
            <a:extLst>
              <a:ext uri="{FF2B5EF4-FFF2-40B4-BE49-F238E27FC236}">
                <a16:creationId xmlns:a16="http://schemas.microsoft.com/office/drawing/2014/main" id="{8DBE9BBF-7E21-C3B4-B3A2-CCB446E18A2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350807" y="1852706"/>
            <a:ext cx="5664138" cy="43341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1582575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C9B7815-4FED-3CE6-0368-ECA51F37E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053" y="1851635"/>
            <a:ext cx="566413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B4E6476-8F41-C233-514C-83871D2E7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7052" y="2688431"/>
            <a:ext cx="5664138" cy="349736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B297CE64-2490-09FB-BEDD-78C9FF663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53649-E40E-4313-B1F4-6EFEC4D75A1C}" type="datetimeFigureOut">
              <a:rPr lang="pl-PL" smtClean="0"/>
              <a:t>15.11.2025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35D1A56D-748D-38FD-CE40-0D06A07BE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300D597D-1520-71CA-7FE9-99903FF18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32C1-12B8-442F-A6DE-20ED8AA5BFFC}" type="slidenum">
              <a:rPr lang="pl-PL" smtClean="0"/>
              <a:t>‹#›</a:t>
            </a:fld>
            <a:endParaRPr lang="pl-PL"/>
          </a:p>
        </p:txBody>
      </p:sp>
      <p:sp>
        <p:nvSpPr>
          <p:cNvPr id="10" name="Symbol zastępczy tytułu 1">
            <a:extLst>
              <a:ext uri="{FF2B5EF4-FFF2-40B4-BE49-F238E27FC236}">
                <a16:creationId xmlns:a16="http://schemas.microsoft.com/office/drawing/2014/main" id="{81BBBA64-3D52-B7E5-F878-07D501FD89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7053" y="136525"/>
            <a:ext cx="1183789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pl-PL" dirty="0"/>
              <a:t>TYTUL SEKCJI – C </a:t>
            </a:r>
          </a:p>
        </p:txBody>
      </p:sp>
      <p:sp>
        <p:nvSpPr>
          <p:cNvPr id="17" name="Symbol zastępczy tekstu 2">
            <a:extLst>
              <a:ext uri="{FF2B5EF4-FFF2-40B4-BE49-F238E27FC236}">
                <a16:creationId xmlns:a16="http://schemas.microsoft.com/office/drawing/2014/main" id="{F8E9A198-08CC-B5A5-7383-FCF07D53D70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350809" y="1851635"/>
            <a:ext cx="566413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18" name="Symbol zastępczy zawartości 3">
            <a:extLst>
              <a:ext uri="{FF2B5EF4-FFF2-40B4-BE49-F238E27FC236}">
                <a16:creationId xmlns:a16="http://schemas.microsoft.com/office/drawing/2014/main" id="{F55AF0FB-93AC-FF1C-4080-7C452732BCB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350808" y="2688431"/>
            <a:ext cx="5664138" cy="349736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4225778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6703865-3E14-8107-C90D-362CAACC4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A60FF60-2C7A-0951-040A-C9EF763E1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53649-E40E-4313-B1F4-6EFEC4D75A1C}" type="datetimeFigureOut">
              <a:rPr lang="pl-PL" smtClean="0"/>
              <a:t>15.11.2025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FF544FCD-945C-B54C-B255-A49618241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119257B5-D1E6-B33A-AD52-BB49FFD1D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32C1-12B8-442F-A6DE-20ED8AA5BFF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94889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AEDFAFC1-CE14-0B50-F04F-A520235D8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53649-E40E-4313-B1F4-6EFEC4D75A1C}" type="datetimeFigureOut">
              <a:rPr lang="pl-PL" smtClean="0"/>
              <a:t>15.11.2025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278B757F-3831-D380-4B10-D2C012D26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A157724-8D6D-4631-F9A7-E85D7B57F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32C1-12B8-442F-A6DE-20ED8AA5BFF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32347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597E045-21DA-72F3-91A6-C7653139B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9D17CDA-AD3E-26EB-B7E3-7CC441B1D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073717D-D334-6DD6-F2C8-13DA2447C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074ADB6-A365-2E9B-B18C-CAF311404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53649-E40E-4313-B1F4-6EFEC4D75A1C}" type="datetimeFigureOut">
              <a:rPr lang="pl-PL" smtClean="0"/>
              <a:t>15.11.2025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D3CC9D5-3760-2206-0ADE-F2C7E1144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BDFCB37-2D5A-B4F0-337C-126345541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32C1-12B8-442F-A6DE-20ED8AA5BFF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39902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E41911-287D-3072-90E3-7AD03C31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E8ED7B54-6FCF-BD74-6F29-FDA1F6A3CE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2B0E5E3-22C6-E60E-48AC-BA5B0700A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C4085AF-047B-B6E7-413F-0AD336E71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53649-E40E-4313-B1F4-6EFEC4D75A1C}" type="datetimeFigureOut">
              <a:rPr lang="pl-PL" smtClean="0"/>
              <a:t>15.11.2025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0BAFAB3-89E4-0F9B-AD83-EEC8A7DBC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6FE3101-01DE-9871-D87E-00B38A27C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32C1-12B8-442F-A6DE-20ED8AA5BFF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87105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07D11F8-17AC-4F45-3E8F-D6E4A48D9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A69C663-9DE3-34B8-FB59-B3C43A35A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72035" y="1881246"/>
            <a:ext cx="6632388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9E442E5-5C13-84A4-4819-646B6F861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53649-E40E-4313-B1F4-6EFEC4D75A1C}" type="datetimeFigureOut">
              <a:rPr lang="pl-PL" smtClean="0"/>
              <a:t>15.11.2025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A342A32-02CC-B0F5-AF8D-24C7F591A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F5E8200-1685-2194-37E1-70266C3C3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32C1-12B8-442F-A6DE-20ED8AA5BFF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87752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158947C-D526-9933-D638-1BCDF35F49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A1B698A-4185-5614-5DD7-771096F9E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358E96F-057A-C2E4-91B6-95189B100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53649-E40E-4313-B1F4-6EFEC4D75A1C}" type="datetimeFigureOut">
              <a:rPr lang="pl-PL" smtClean="0"/>
              <a:t>15.11.2025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AD680F2-E209-9F0B-7A61-9B57C257A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6FC356F-B37A-1E70-0EFE-05A0CA3C0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32C1-12B8-442F-A6DE-20ED8AA5BFF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65857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95D207CD-1DD3-D4D4-369C-6E73C00A5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053" y="136525"/>
            <a:ext cx="1183789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l-PL" dirty="0"/>
              <a:t>Tytuł – ogólny slajd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638655A-21A7-1433-9624-313564C8D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053" y="1843146"/>
            <a:ext cx="66323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B7A2647-396F-AB9C-9D11-D04A56BED0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953649-E40E-4313-B1F4-6EFEC4D75A1C}" type="datetimeFigureOut">
              <a:rPr lang="pl-PL" smtClean="0"/>
              <a:t>15.11.2025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0F6DA6E-D180-0F42-801B-8974A79CD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846E718-3720-91EB-5226-0D7CB70AC6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8932C1-12B8-442F-A6DE-20ED8AA5BFFC}" type="slidenum">
              <a:rPr lang="pl-PL" smtClean="0"/>
              <a:t>‹#›</a:t>
            </a:fld>
            <a:endParaRPr lang="pl-PL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1E63AA35-295D-B851-66DF-0C82EC702F1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30191" y="6356350"/>
            <a:ext cx="507667" cy="45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91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rgbClr val="081F3E"/>
          </a:solidFill>
          <a:latin typeface="Inter Bold" panose="02000503000000020004" pitchFamily="2" charset="0"/>
          <a:ea typeface="Inter Bold" panose="02000503000000020004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81F3E"/>
          </a:solidFill>
          <a:latin typeface="Inter Medium" panose="02000503000000020004" pitchFamily="2" charset="0"/>
          <a:ea typeface="Inter Medium" panose="02000503000000020004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81F3E"/>
          </a:solidFill>
          <a:latin typeface="Inter regular" panose="02000503000000020004" pitchFamily="2" charset="0"/>
          <a:ea typeface="Inter regular" panose="02000503000000020004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81F3E"/>
          </a:solidFill>
          <a:latin typeface="Inter Light" panose="02000503000000020004" pitchFamily="2" charset="0"/>
          <a:ea typeface="Inter Light" panose="02000503000000020004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81F3E"/>
          </a:solidFill>
          <a:latin typeface="Inter Light" panose="02000503000000020004" pitchFamily="2" charset="0"/>
          <a:ea typeface="Inter Light" panose="02000503000000020004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81F3E"/>
          </a:solidFill>
          <a:latin typeface="Inter Light" panose="02000503000000020004" pitchFamily="2" charset="0"/>
          <a:ea typeface="Inter Light" panose="02000503000000020004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24257B9-0E79-92D6-8071-7F57DC70D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endParaRPr lang="pl-PL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4185FC9-894D-BEC2-6FF5-8FA9AF4AC6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2874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0</Words>
  <Application>Microsoft Office PowerPoint</Application>
  <PresentationFormat>Panoramiczny</PresentationFormat>
  <Paragraphs>0</Paragraphs>
  <Slides>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8" baseType="lpstr">
      <vt:lpstr>Aptos</vt:lpstr>
      <vt:lpstr>Arial</vt:lpstr>
      <vt:lpstr>Inter Bold</vt:lpstr>
      <vt:lpstr>Inter Light</vt:lpstr>
      <vt:lpstr>Inter Medium</vt:lpstr>
      <vt:lpstr>Inter regular</vt:lpstr>
      <vt:lpstr>Motyw pakietu Office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Maurycy Wesołowski (275847)</dc:creator>
  <cp:lastModifiedBy>Maurycy Wesołowski (275847)</cp:lastModifiedBy>
  <cp:revision>4</cp:revision>
  <dcterms:created xsi:type="dcterms:W3CDTF">2025-11-15T12:53:06Z</dcterms:created>
  <dcterms:modified xsi:type="dcterms:W3CDTF">2025-11-15T17:29:15Z</dcterms:modified>
</cp:coreProperties>
</file>